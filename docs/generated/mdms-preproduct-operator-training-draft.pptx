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1. Title and scope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title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MDMS Preproduct Operator Manual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subtitle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bounded internal-use operating guide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speaker focus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what this system currently supports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who should use admin versus operator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cover slide only or a simple dashboard background image later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2. System at a glance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PostgreSQL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Flask web UI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adapter queue commands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HES, adapter, VEE, replay, export, and operational-event as the main operator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objects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simple system block diagram or dashboard plus HES detail thumbnail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3. Startup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verify PostgreSQL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activate environment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first-time bootstrap commands only when needed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start make run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run adapter queue commands in separate shells when needed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post-start checks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terminal command snapshot plus login or health endpoint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4. Shutdown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check in-flight replay, export, and adapter work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worker shells first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Flask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PostgreSQL only when appropriate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restart after abnormal stop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detail page showing processing state or a simple checklist panel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5. Daily opening checklist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log in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open dashboard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review open alerts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review recent operational events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identify stale adapters, failed replay, failed export, or blocking VEE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dashboard with alert and event sections visible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6. HES and adapter operations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HES list and detail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adapter list and detail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Enable, Pause, Run Once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runtime versus human actor interpretation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HES detail and adapter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7. Master data minimum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service point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device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measuring component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installation history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why mapping fails when these are missing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master-data page with actor visibility and empty-state guidance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8. Raw, canonical, and final lineage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review raw reads and raw events first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confirm canonical progression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confirm final authoritative state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lineage screens to trace one sample end to end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canonical or final measurement detail/list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9. VEE exception triage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start from the queue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prioritize blocking items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detail view for blocked reason, event context, and next action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understand re-evaluate versus correction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VEE exception queue and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10. Estimation and manual edit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when to use each correction path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what to confirm after execution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audit detail, actor lineage, memo, result code, and downstream impact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estimation audit detail and manual-edit audit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11. Replay and billing export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replay request create, monitor, and cancel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billing export create, inspect, rerun, recreate, or cancel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processing state versus failed state versus quiet state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replay request detail and billing export request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12. Operational events and accountability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operational-event timeline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action snapshot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created actor and updated actor on admin-managed rows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user action audit evidence meaning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operational-event detail plus HES or master-data actor visibility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13. Incident quick guide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stale adapter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failed replay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failed export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blocking VEE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missing master data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two-column quick triage table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14. Daily closing and limitations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end-of-day checks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whether to keep the local environment running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current preproduct limitations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escalation posture for repeated failures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## Packaging notes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For the first training deck: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prefer Korean UI captures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the same account names consistently across screenshots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mask secrets, credentials, and environment-specific identifiers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keep one wide desktop viewport across the whole deck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reserve space for captions that explain what the operator should look at first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>
                <a:solidFill>
                  <a:srgbClr val="0F172A"/>
                </a:solidFill>
              </a:rPr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>
                <a:solidFill>
                  <a:srgbClr val="0F172A"/>
                </a:solidFill>
              </a:rPr>
              <a:t>• closing checklist or known-limitations summary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On-screen Show (16:9)</PresentationFormat>
  <Slides>14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MDMS Preproduct Operator Training Draft</dc:title>
  <dc:creator>OpenAI Codex</dc:creator>
  <cp:lastModifiedBy>OpenAI Codex</cp:lastModifiedBy>
  <dcterms:created xsi:type="dcterms:W3CDTF">2026-06-07T10:12:10Z</dcterms:created>
  <dcterms:modified xsi:type="dcterms:W3CDTF">2026-06-07T10:12:10Z</dcterms:modified>
</cp:coreProperties>
</file>