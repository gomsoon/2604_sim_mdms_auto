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/Relationships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slide1_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slide2_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slide3_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slide4_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slide5_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slide6_image1.png"/><Relationship Id="rId2" Type="http://schemas.openxmlformats.org/officeDocument/2006/relationships/image" Target="../media/slide6_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slide7_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slide8_image1.png"/><Relationship Id="rId2" Type="http://schemas.openxmlformats.org/officeDocument/2006/relationships/image" Target="../media/slide8_image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slide9_image1.png"/><Relationship Id="rId2" Type="http://schemas.openxmlformats.org/officeDocument/2006/relationships/image" Target="../media/slide9_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slide10_image1.png"/><Relationship Id="rId2" Type="http://schemas.openxmlformats.org/officeDocument/2006/relationships/image" Target="../media/slide10_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slide11_image1.png"/><Relationship Id="rId2" Type="http://schemas.openxmlformats.org/officeDocument/2006/relationships/image" Target="../media/slide11_image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slide12_image1.png"/><Relationship Id="rId2" Type="http://schemas.openxmlformats.org/officeDocument/2006/relationships/image" Target="../media/slide12_image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../media/slide13_image1.png"/><Relationship Id="rId2" Type="http://schemas.openxmlformats.org/officeDocument/2006/relationships/image" Target="../media/slide13_image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../media/slide14_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1. Title and scope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title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  - MDMS Preproduct Operator Manual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subtitle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  - bounded internal-use operating guide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speaker focus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  - what this system currently supports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  - who should use admin versus operator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>
                <a:solidFill>
                  <a:srgbClr val="0F172A"/>
                </a:solidFill>
              </a:rPr>
              <a:t>운영 시작 기준 화면</a:t>
            </a:r>
            <a:endParaRPr lang="ko-KR"/>
          </a:p>
        </p:txBody>
      </p:sp>
      <p:pic>
        <p:nvPicPr>
          <p:cNvPr id="5" name="02-dashboard-norm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309" y="2057400"/>
            <a:ext cx="1707582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2. System at a glance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PostgreSQL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Flask web UI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adapter queue commands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HES, adapter, VEE, replay, export, and operational-event as the main operator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objects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>
                <a:solidFill>
                  <a:srgbClr val="0F172A"/>
                </a:solidFill>
              </a:rPr>
              <a:t>시스템 전반 요약</a:t>
            </a:r>
            <a:endParaRPr lang="ko-KR"/>
          </a:p>
        </p:txBody>
      </p:sp>
      <p:pic>
        <p:nvPicPr>
          <p:cNvPr id="5" name="02-dashboard-norm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309" y="2057400"/>
            <a:ext cx="1707582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3. Startup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verify PostgreSQL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activate environment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first-time bootstrap commands only when needed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start make run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run adapter queue commands in separate shells when needed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post-start checks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>
                <a:solidFill>
                  <a:srgbClr val="0F172A"/>
                </a:solidFill>
              </a:rPr>
              <a:t>운영자 로그인 진입점</a:t>
            </a:r>
            <a:endParaRPr lang="ko-KR"/>
          </a:p>
        </p:txBody>
      </p:sp>
      <p:pic>
        <p:nvPicPr>
          <p:cNvPr id="5" name="01-log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2917" y="2057400"/>
            <a:ext cx="4232365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4. Shutdown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check in-flight replay, export, and adapter work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stop worker shells first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stop Flask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stop PostgreSQL only when appropriate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restart after abnormal stop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>
                <a:solidFill>
                  <a:srgbClr val="0F172A"/>
                </a:solidFill>
              </a:rPr>
              <a:t>진행 중 요청 확인 예시</a:t>
            </a:r>
            <a:endParaRPr lang="ko-KR"/>
          </a:p>
        </p:txBody>
      </p:sp>
      <p:pic>
        <p:nvPicPr>
          <p:cNvPr id="5" name="15-replay-request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664" y="2057400"/>
            <a:ext cx="3202871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5. Daily opening checklist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log in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open dashboard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review open alerts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review recent operational events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identify stale adapters, failed replay, failed export, or blocking VEE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>
                <a:solidFill>
                  <a:srgbClr val="0F172A"/>
                </a:solidFill>
              </a:rPr>
              <a:t>우선 확인 대상이 있는 대시보드</a:t>
            </a:r>
            <a:endParaRPr lang="ko-KR"/>
          </a:p>
        </p:txBody>
      </p:sp>
      <p:pic>
        <p:nvPicPr>
          <p:cNvPr id="5" name="03-dashboard-atten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9555" y="2057400"/>
            <a:ext cx="1639090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6. HES and adapter operations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HES list and detail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adapter list and detail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Enable, Pause, Run Once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runtime versus human actor interpretation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HES 상세</a:t>
            </a:r>
            <a:endParaRPr lang="ko-KR"/>
          </a:p>
        </p:txBody>
      </p:sp>
      <p:pic>
        <p:nvPicPr>
          <p:cNvPr id="5" name="04-hes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7357" y="2057400"/>
            <a:ext cx="1763485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어댑터 상세</a:t>
            </a:r>
            <a:endParaRPr lang="ko-KR"/>
          </a:p>
        </p:txBody>
      </p:sp>
      <p:pic>
        <p:nvPicPr>
          <p:cNvPr id="7" name="05-adapt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357" y="4457700"/>
            <a:ext cx="1763485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7. Master data minimum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service point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device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measuring component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installation history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why mapping fails when these are missing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>
                <a:solidFill>
                  <a:srgbClr val="0F172A"/>
                </a:solidFill>
              </a:rPr>
              <a:t>기본 마스터 데이터와 actor visibility</a:t>
            </a:r>
            <a:endParaRPr lang="ko-KR"/>
          </a:p>
        </p:txBody>
      </p:sp>
      <p:pic>
        <p:nvPicPr>
          <p:cNvPr id="5" name="06-master-dat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2497931"/>
            <a:ext cx="7391400" cy="3233737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8. Raw, canonical, and final lineage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review raw reads and raw events first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confirm canonical progression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confirm final authoritative state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use lineage screens to trace one sample end to end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원시 검침 가시성</a:t>
            </a:r>
            <a:endParaRPr lang="ko-KR"/>
          </a:p>
        </p:txBody>
      </p:sp>
      <p:pic>
        <p:nvPicPr>
          <p:cNvPr id="5" name="07-raw-read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7357" y="2057400"/>
            <a:ext cx="1763485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최종 계측 가시성</a:t>
            </a:r>
            <a:endParaRPr lang="ko-KR"/>
          </a:p>
        </p:txBody>
      </p:sp>
      <p:pic>
        <p:nvPicPr>
          <p:cNvPr id="7" name="09-final-measu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357" y="4457700"/>
            <a:ext cx="1763485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9. VEE exception triage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start from the queue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prioritize blocking items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use detail view for blocked reason, event context, and next action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understand re-evaluate versus correction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VEE 예외 큐</a:t>
            </a:r>
            <a:endParaRPr lang="ko-KR"/>
          </a:p>
        </p:txBody>
      </p:sp>
      <p:pic>
        <p:nvPicPr>
          <p:cNvPr id="5" name="10-vee-exception-que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7357" y="2057400"/>
            <a:ext cx="1763485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VEE 예외 상세</a:t>
            </a:r>
            <a:endParaRPr lang="ko-KR"/>
          </a:p>
        </p:txBody>
      </p:sp>
      <p:pic>
        <p:nvPicPr>
          <p:cNvPr id="7" name="11-vee-excep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357" y="4457700"/>
            <a:ext cx="1763485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10. Estimation and manual edit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when to use each correction path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what to confirm after execution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audit detail, actor lineage, memo, result code, and downstream impact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추정 감사 상세</a:t>
            </a:r>
            <a:endParaRPr lang="ko-KR"/>
          </a:p>
        </p:txBody>
      </p:sp>
      <p:pic>
        <p:nvPicPr>
          <p:cNvPr id="5" name="12-estimation-audit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7025" y="2057400"/>
            <a:ext cx="1104150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수동 보정 감사 상세</a:t>
            </a:r>
            <a:endParaRPr lang="ko-KR"/>
          </a:p>
        </p:txBody>
      </p:sp>
      <p:pic>
        <p:nvPicPr>
          <p:cNvPr id="7" name="13-manual-edit-audi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029" y="4457700"/>
            <a:ext cx="1318142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11. Replay and billing export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replay request create, monitor, and cancel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billing export create, inspect, rerun, recreate, or cancel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processing state versus failed state versus quiet state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재평가 요청 상세</a:t>
            </a:r>
            <a:endParaRPr lang="ko-KR"/>
          </a:p>
        </p:txBody>
      </p:sp>
      <p:pic>
        <p:nvPicPr>
          <p:cNvPr id="5" name="15-replay-request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1835" y="2057400"/>
            <a:ext cx="1334529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청구 내보내기 요청 상세</a:t>
            </a:r>
            <a:endParaRPr lang="ko-KR"/>
          </a:p>
        </p:txBody>
      </p:sp>
      <p:pic>
        <p:nvPicPr>
          <p:cNvPr id="7" name="17-billing-export-reques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460" y="4457700"/>
            <a:ext cx="717280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12. Operational events and accountability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operational-event timeline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action snapshot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created actor and updated actor on admin-managed rows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user action audit evidence meaning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운영 이벤트 조치 스냅샷</a:t>
            </a:r>
            <a:endParaRPr lang="ko-KR"/>
          </a:p>
        </p:txBody>
      </p:sp>
      <p:pic>
        <p:nvPicPr>
          <p:cNvPr id="5" name="18-operational-event-detai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8303" y="2057400"/>
            <a:ext cx="1561593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관리 row actor visibility</a:t>
            </a:r>
            <a:endParaRPr lang="ko-KR"/>
          </a:p>
        </p:txBody>
      </p:sp>
      <p:pic>
        <p:nvPicPr>
          <p:cNvPr id="7" name="06-master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9671" y="4457700"/>
            <a:ext cx="3918857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13. Incident quick guide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stale adapter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failed replay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failed export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blocking VEE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missing master data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주의 필요 대시보드</a:t>
            </a:r>
            <a:endParaRPr lang="ko-KR"/>
          </a:p>
        </p:txBody>
      </p:sp>
      <p:pic>
        <p:nvPicPr>
          <p:cNvPr id="5" name="03-dashboard-atten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7623" y="2057400"/>
            <a:ext cx="682954" cy="1714500"/>
          </a:xfrm>
          <a:prstGeom prst="rect">
            <a:avLst/>
          </a:prstGeom>
        </p:spPr>
      </p:pic>
      <p:sp>
        <p:nvSpPr>
          <p:cNvPr id="6" name="Caption 6"/>
          <p:cNvSpPr txBox="1"/>
          <p:nvPr/>
        </p:nvSpPr>
        <p:spPr>
          <a:xfrm>
            <a:off x="4343400" y="40005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400" b="1">
                <a:solidFill>
                  <a:srgbClr val="0F172A"/>
                </a:solidFill>
              </a:rPr>
              <a:t>런타임 점검 예시</a:t>
            </a:r>
            <a:endParaRPr lang="ko-KR"/>
          </a:p>
        </p:txBody>
      </p:sp>
      <p:pic>
        <p:nvPicPr>
          <p:cNvPr id="7" name="05-adapt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357" y="4457700"/>
            <a:ext cx="1763485" cy="17145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>
                <a:solidFill>
                  <a:srgbClr val="0F172A"/>
                </a:solidFill>
              </a:rPr>
              <a:t>Slide 14. Daily closing and limitations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>
                <a:solidFill>
                  <a:srgbClr val="0F172A"/>
                </a:solidFill>
              </a:rPr>
              <a:t>• end-of-day checks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whether to keep the local environment running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current preproduct limitations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escalation posture for repeated failures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## Packaging notes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For the first training deck: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prefer Korean UI captures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use the same account names consistently across screenshots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mask secrets, credentials, and environment-specific identifiers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keep one wide desktop viewport across the whole deck</a:t>
            </a:r>
            <a:endParaRPr lang="ko-KR"/>
          </a:p>
          <a:p>
            <a:r>
              <a:rPr lang="ko-KR" sz="1700">
                <a:solidFill>
                  <a:srgbClr val="0F172A"/>
                </a:solidFill>
              </a:rPr>
              <a:t>• reserve space for captions that explain what the operator should look at first</a:t>
            </a:r>
            <a:endParaRPr lang="ko-KR"/>
          </a:p>
        </p:txBody>
      </p:sp>
      <p:sp>
        <p:nvSpPr>
          <p:cNvPr id="4" name="Caption 4"/>
          <p:cNvSpPr txBox="1"/>
          <p:nvPr/>
        </p:nvSpPr>
        <p:spPr>
          <a:xfrm>
            <a:off x="4343400" y="1600200"/>
            <a:ext cx="7391400" cy="342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500" b="1">
                <a:solidFill>
                  <a:srgbClr val="0F172A"/>
                </a:solidFill>
              </a:rPr>
              <a:t>일일 마감 기준 화면</a:t>
            </a:r>
            <a:endParaRPr lang="ko-KR"/>
          </a:p>
        </p:txBody>
      </p:sp>
      <p:pic>
        <p:nvPicPr>
          <p:cNvPr id="5" name="02-dashboard-norm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309" y="2057400"/>
            <a:ext cx="1707582" cy="41148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  <PresentationFormat>On-screen Show (16:9)</PresentationFormat>
  <Slides>14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MDMS Preproduct Operator Training v2</dc:title>
  <dc:creator>OpenAI Codex</dc:creator>
  <cp:lastModifiedBy>OpenAI Codex</cp:lastModifiedBy>
  <dcterms:created xsi:type="dcterms:W3CDTF">2026-06-07T10:12:10Z</dcterms:created>
  <dcterms:modified xsi:type="dcterms:W3CDTF">2026-06-07T10:12:10Z</dcterms:modified>
</cp:coreProperties>
</file>